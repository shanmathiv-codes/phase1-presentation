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09-15T16:13:38.328"/>
    <p1510:client id="{10F1C7D4-9B36-5B98-2AEB-9B6AB0490525}" v="89" dt="2026-09-14T19:42:30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49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249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520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60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201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8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329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74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267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1713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5149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2337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9505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613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3418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4108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161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20648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766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01852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0349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69185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862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518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490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62467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2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82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Customer Churn Intelligence Platform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An end-to-end data and machine learning platform for identifying customers at risk of churn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44A9-5F1D-29BE-60C7-4C5DBB19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 Problem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B8F4E-0657-6028-9ACF-5442E439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15099-F91F-E711-C68C-3044F85C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AEC86-CE3B-4BFD-B42F-968D16A708CB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B8AF1-5FF6-EA6D-B841-44D9BEC1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10B1F-6FDE-3973-ABE7-8AE31899E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Telecom companies have large volumes of customer, service and billing data, but identifying </a:t>
            </a:r>
            <a:r>
              <a:rPr lang="en-US" b="1" dirty="0">
                <a:ea typeface="+mn-lt"/>
                <a:cs typeface="+mn-lt"/>
              </a:rPr>
              <a:t>which customers are likely to leave</a:t>
            </a:r>
            <a:r>
              <a:rPr lang="en-US" dirty="0">
                <a:ea typeface="+mn-lt"/>
                <a:cs typeface="+mn-lt"/>
              </a:rPr>
              <a:t> is difficult.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Challenges: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Customer information is spread across multiple data layers.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Manual rule-based identification does not capture complex patterns.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Not every high-risk customer is obvious from a single attribute.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Retention teams need </a:t>
            </a:r>
            <a:r>
              <a:rPr lang="en-US" b="1" dirty="0">
                <a:ea typeface="+mn-lt"/>
                <a:cs typeface="+mn-lt"/>
              </a:rPr>
              <a:t>prioritized customers</a:t>
            </a:r>
            <a:r>
              <a:rPr lang="en-US" dirty="0">
                <a:ea typeface="+mn-lt"/>
                <a:cs typeface="+mn-lt"/>
              </a:rPr>
              <a:t>, not just raw data.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Predictions must be accessible through an application, not only a notebook.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41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9A59-1260-4C33-C19B-574881D3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9EA9F-9D2B-DA9F-525E-92B9486B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E61CD-22BF-9338-48DC-977AAC28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031F-2FD1-43AA-B30D-D3D748B74AB0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C419C-C2C0-A809-B1FD-83B1B412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F8265-1208-B4EF-BD8A-F31292F82C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995" y="2093918"/>
            <a:ext cx="8801101" cy="3553293"/>
          </a:xfrm>
        </p:spPr>
        <p:txBody>
          <a:bodyPr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Business Question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sz="2800" dirty="0">
                <a:ea typeface="+mn-lt"/>
                <a:cs typeface="+mn-lt"/>
              </a:rPr>
              <a:t>“Which customers are most likely to churn, and who should the retention team prioritize?” 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5419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8E93-FB90-2DB4-3824-1CCD822A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95" y="381198"/>
            <a:ext cx="9942409" cy="876193"/>
          </a:xfrm>
        </p:spPr>
        <p:txBody>
          <a:bodyPr/>
          <a:lstStyle/>
          <a:p>
            <a:r>
              <a:rPr lang="en-US" dirty="0"/>
              <a:t>The Solution: </a:t>
            </a:r>
            <a:r>
              <a:rPr lang="en-US" dirty="0">
                <a:ea typeface="+mj-lt"/>
                <a:cs typeface="+mj-lt"/>
              </a:rPr>
              <a:t>Customer Churn Intelligence Platform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82CAC-9B42-A1FE-4EDC-A7EAD7CE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DB35C-82D7-4D34-630F-49CC26DD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E26B-6324-4BDB-AA0F-3D1E34DEEBEF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21E7A-0BBE-99C2-435C-B0C9BBA3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3DE89-4A3F-B8FD-9914-FACF4749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965859"/>
            <a:ext cx="9942409" cy="43053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ea typeface="+mn-lt"/>
                <a:cs typeface="+mn-lt"/>
              </a:rPr>
              <a:t>An end-to-end platform that transforms raw customer data into </a:t>
            </a:r>
            <a:r>
              <a:rPr lang="en-US" sz="1600" b="1" dirty="0">
                <a:ea typeface="+mn-lt"/>
                <a:cs typeface="+mn-lt"/>
              </a:rPr>
              <a:t>actionable churn risk intelligence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r>
              <a:rPr lang="en-US" sz="1600" b="1" dirty="0"/>
              <a:t>What it does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1. Ingest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</a:rPr>
              <a:t>Collect and validate customer data.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2. Clean &amp; Transform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</a:rPr>
              <a:t>Standardize data and handle missing/invalid values.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3. Engineer Features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Create meaningful behavioral and customer-level features.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4. Analyze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Identify high-risk customer segments.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5. Predict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</a:rPr>
              <a:t>Use ML to calculate individual churn probability.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6. Visualize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Expose insights through APIs and a React dashboard.</a:t>
            </a:r>
            <a:endParaRPr lang="en-US" sz="1600" dirty="0"/>
          </a:p>
          <a:p>
            <a:r>
              <a:rPr lang="en-US" sz="1600" b="1" dirty="0"/>
              <a:t>Outcome: </a:t>
            </a:r>
            <a:r>
              <a:rPr lang="en-US" sz="1600" dirty="0"/>
              <a:t>From</a:t>
            </a:r>
            <a:r>
              <a:rPr lang="en-US" sz="1600" dirty="0">
                <a:ea typeface="+mn-lt"/>
                <a:cs typeface="+mn-lt"/>
              </a:rPr>
              <a:t> raw customer records → prioritized retention actions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9292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95C1-0EC2-8175-7C81-3873E63C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Workflow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D0A34-89BE-2214-6FCA-6A3FAA04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6278-FA15-BC62-8EC5-BF2BF635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901D-45D7-48AF-89F4-05E410BA4C5B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135F5-B12D-40C1-1C26-0F4809A0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50AF3-B0F4-CB1C-E0B1-B3AC9B43F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27769" y="555400"/>
            <a:ext cx="4213226" cy="55247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Customer Data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File Ingestion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Schema &amp; Data Quality Validation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Data Cleaning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Feature Engineering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MySQL Curated Data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ML Model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Customer Risk Score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FastAPI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    ↓</a:t>
            </a: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React Dashboard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28807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AE30-C773-EA8A-2BB2-FDB56602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60" y="546608"/>
            <a:ext cx="8382000" cy="70165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Product Features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85880-E6E4-044A-66AA-C614D7D8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45C5-D036-1095-823D-AD319660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63B0-D551-4FAF-9EE5-0875506B0505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DAB7C-DD76-BA66-7F87-6828EA42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1C86C-4567-2014-8D48-7919CEB5B4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97000" y="1443038"/>
            <a:ext cx="4924425" cy="499840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/>
              <a:t>Customer Search</a:t>
            </a:r>
            <a:endParaRPr lang="en-US" b="1"/>
          </a:p>
          <a:p>
            <a:r>
              <a:rPr lang="en-US" dirty="0">
                <a:ea typeface="+mn-lt"/>
                <a:cs typeface="+mn-lt"/>
              </a:rPr>
              <a:t>Search for an individual customer and view: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Tenure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Contract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Internet service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Monthly charges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Current churn status</a:t>
            </a:r>
            <a:endParaRPr lang="en-US" dirty="0"/>
          </a:p>
          <a:p>
            <a:r>
              <a:rPr lang="en-US" b="1" dirty="0"/>
              <a:t>Churn Analytics</a:t>
            </a:r>
            <a:endParaRPr lang="en-US" b="1"/>
          </a:p>
          <a:p>
            <a:r>
              <a:rPr lang="en-US" dirty="0">
                <a:ea typeface="+mn-lt"/>
                <a:cs typeface="+mn-lt"/>
              </a:rPr>
              <a:t>View: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Total customers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Total churned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Overall churn rate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Churn rate by contract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Churn rate by internet service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E332A5-1219-D846-2FE0-1B4AA2C8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53" y="3942080"/>
            <a:ext cx="3859774" cy="242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B0B1C2-6AD3-CF3A-3B80-0F4C941CD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71" y="1117600"/>
            <a:ext cx="3855139" cy="23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61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98CB-A0B9-A404-9AEA-856F1C52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BB4-40F3-BC7D-F824-B1C16447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60" y="546608"/>
            <a:ext cx="8382000" cy="70165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Product Features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31A9F-1317-B932-C236-0EB537B8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BA13-95AD-D01E-C0A6-EE3F3230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63B0-D551-4FAF-9EE5-0875506B0505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E863D-5445-7FE3-B79F-9454B1EB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7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00CF94-B4A3-98E2-ECD3-702166A65D6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7224" y="1249998"/>
            <a:ext cx="4924425" cy="5008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High-Risk Customers</a:t>
            </a:r>
          </a:p>
          <a:p>
            <a:r>
              <a:rPr lang="en-US" dirty="0">
                <a:ea typeface="+mn-lt"/>
                <a:cs typeface="+mn-lt"/>
              </a:rPr>
              <a:t>View customers identified by business rules with: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Risk reason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Contract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Tenure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Monthly charges </a:t>
            </a:r>
            <a:endParaRPr lang="en-US" dirty="0"/>
          </a:p>
          <a:p>
            <a:r>
              <a:rPr lang="en-US" b="1" dirty="0"/>
              <a:t>Churn Prediction</a:t>
            </a:r>
          </a:p>
          <a:p>
            <a:r>
              <a:rPr lang="en-US" dirty="0">
                <a:ea typeface="+mn-lt"/>
                <a:cs typeface="+mn-lt"/>
              </a:rPr>
              <a:t>Enter customer information and receive: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Risk score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Prediction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Confidence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Visual risk indicator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AE5B0-6B8F-ED74-1668-E2C69EAA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724" y="1056640"/>
            <a:ext cx="3817991" cy="2377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B139C3-888D-AD94-60FA-DF5D4E313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066" y="3606800"/>
            <a:ext cx="3825308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43151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Film Burn</vt:lpstr>
      <vt:lpstr>Customer Churn Intelligence Platform</vt:lpstr>
      <vt:lpstr>The Problem</vt:lpstr>
      <vt:lpstr>PowerPoint Presentation</vt:lpstr>
      <vt:lpstr>The Solution: Customer Churn Intelligence Platform </vt:lpstr>
      <vt:lpstr>Product Workflow</vt:lpstr>
      <vt:lpstr>Product Features</vt:lpstr>
      <vt:lpstr>Product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98</cp:revision>
  <dcterms:created xsi:type="dcterms:W3CDTF">2026-09-14T19:33:49Z</dcterms:created>
  <dcterms:modified xsi:type="dcterms:W3CDTF">2026-09-15T16:39:13Z</dcterms:modified>
</cp:coreProperties>
</file>